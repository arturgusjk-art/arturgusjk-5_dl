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attanakarn Heavy" charset="1" panose="00000000000000000000"/>
      <p:regular r:id="rId16"/>
    </p:embeddedFont>
    <p:embeddedFont>
      <p:font typeface="Pattanakarn Bold" charset="1" panose="00000000000000000000"/>
      <p:regular r:id="rId17"/>
    </p:embeddedFont>
    <p:embeddedFont>
      <p:font typeface="Open Sans" charset="1" panose="00000000000000000000"/>
      <p:regular r:id="rId18"/>
    </p:embeddedFont>
    <p:embeddedFont>
      <p:font typeface="Pattanakarn" charset="1" panose="00000000000000000000"/>
      <p:regular r:id="rId19"/>
    </p:embeddedFont>
    <p:embeddedFont>
      <p:font typeface="Open Sans Medium" charset="1" panose="00000000000000000000"/>
      <p:regular r:id="rId20"/>
    </p:embeddedFont>
    <p:embeddedFont>
      <p:font typeface="Pattanakarn Medium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21631" y="5976901"/>
            <a:ext cx="2844738" cy="3233588"/>
          </a:xfrm>
          <a:custGeom>
            <a:avLst/>
            <a:gdLst/>
            <a:ahLst/>
            <a:cxnLst/>
            <a:rect r="r" b="b" t="t" l="l"/>
            <a:pathLst>
              <a:path h="3233588" w="2844738">
                <a:moveTo>
                  <a:pt x="0" y="0"/>
                </a:moveTo>
                <a:lnTo>
                  <a:pt x="2844738" y="0"/>
                </a:lnTo>
                <a:lnTo>
                  <a:pt x="2844738" y="3233587"/>
                </a:lnTo>
                <a:lnTo>
                  <a:pt x="0" y="3233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7095" y="1854003"/>
            <a:ext cx="12058423" cy="169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6"/>
              </a:lnSpc>
              <a:spcBef>
                <a:spcPct val="0"/>
              </a:spcBef>
            </a:pPr>
            <a:r>
              <a:rPr lang="en-US" b="true" sz="9975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STUDYHELPER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43414" y="3659478"/>
            <a:ext cx="7001172" cy="192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  <a:spcBef>
                <a:spcPct val="0"/>
              </a:spcBef>
            </a:pPr>
            <a:r>
              <a:rPr lang="en-US" b="true" sz="55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MĀCĪBU PALĪGS SKOLĒNIEM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29984" y="9857044"/>
            <a:ext cx="9028032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Artūrs Gusjkovs 12.b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446863" y="1446363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4" id="4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87942" y="87231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14789" y="2906563"/>
            <a:ext cx="12058423" cy="15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6"/>
              </a:lnSpc>
              <a:spcBef>
                <a:spcPct val="0"/>
              </a:spcBef>
            </a:pPr>
            <a:r>
              <a:rPr lang="en-US" b="true" sz="9276">
                <a:solidFill>
                  <a:srgbClr val="FFFFFF"/>
                </a:solidFill>
                <a:latin typeface="Pattanakarn Heavy"/>
                <a:ea typeface="Pattanakarn Heavy"/>
                <a:cs typeface="Pattanakarn Heavy"/>
                <a:sym typeface="Pattanakarn Heavy"/>
              </a:rPr>
              <a:t>STUDYHELPER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37051" y="5086350"/>
            <a:ext cx="10013897" cy="240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0741" indent="-375370" lvl="1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STUDYHELPER – VIETNE SKOLĒNIEM</a:t>
            </a:r>
          </a:p>
          <a:p>
            <a:pPr algn="ctr" marL="750741" indent="-375370" lvl="1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PALĪDZ ATRAST UZDEVUMUS</a:t>
            </a:r>
          </a:p>
          <a:p>
            <a:pPr algn="ctr" marL="750741" indent="-375370" lvl="1">
              <a:lnSpc>
                <a:spcPts val="48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77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MODERNĀKA UZDEVUMI.LV VERSIJA</a:t>
            </a:r>
          </a:p>
          <a:p>
            <a:pPr algn="ctr">
              <a:lnSpc>
                <a:spcPts val="48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3" id="3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08815" y="828789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63856" y="2520315"/>
            <a:ext cx="7537781" cy="3534263"/>
          </a:xfrm>
          <a:custGeom>
            <a:avLst/>
            <a:gdLst/>
            <a:ahLst/>
            <a:cxnLst/>
            <a:rect r="r" b="b" t="t" l="l"/>
            <a:pathLst>
              <a:path h="3534263" w="7537781">
                <a:moveTo>
                  <a:pt x="0" y="0"/>
                </a:moveTo>
                <a:lnTo>
                  <a:pt x="7537781" y="0"/>
                </a:lnTo>
                <a:lnTo>
                  <a:pt x="7537781" y="3534263"/>
                </a:lnTo>
                <a:lnTo>
                  <a:pt x="0" y="3534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86" r="0" b="-118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23036" y="3813169"/>
            <a:ext cx="998610" cy="998610"/>
          </a:xfrm>
          <a:custGeom>
            <a:avLst/>
            <a:gdLst/>
            <a:ahLst/>
            <a:cxnLst/>
            <a:rect r="r" b="b" t="t" l="l"/>
            <a:pathLst>
              <a:path h="998610" w="998610">
                <a:moveTo>
                  <a:pt x="0" y="0"/>
                </a:moveTo>
                <a:lnTo>
                  <a:pt x="998610" y="0"/>
                </a:lnTo>
                <a:lnTo>
                  <a:pt x="998610" y="998610"/>
                </a:lnTo>
                <a:lnTo>
                  <a:pt x="0" y="998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6000" y="5411866"/>
            <a:ext cx="4204173" cy="3363339"/>
          </a:xfrm>
          <a:custGeom>
            <a:avLst/>
            <a:gdLst/>
            <a:ahLst/>
            <a:cxnLst/>
            <a:rect r="r" b="b" t="t" l="l"/>
            <a:pathLst>
              <a:path h="3363339" w="4204173">
                <a:moveTo>
                  <a:pt x="0" y="0"/>
                </a:moveTo>
                <a:lnTo>
                  <a:pt x="4204173" y="0"/>
                </a:lnTo>
                <a:lnTo>
                  <a:pt x="4204173" y="3363339"/>
                </a:lnTo>
                <a:lnTo>
                  <a:pt x="0" y="3363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08397" y="6950274"/>
            <a:ext cx="3248699" cy="2028143"/>
          </a:xfrm>
          <a:custGeom>
            <a:avLst/>
            <a:gdLst/>
            <a:ahLst/>
            <a:cxnLst/>
            <a:rect r="r" b="b" t="t" l="l"/>
            <a:pathLst>
              <a:path h="2028143" w="3248699">
                <a:moveTo>
                  <a:pt x="0" y="0"/>
                </a:moveTo>
                <a:lnTo>
                  <a:pt x="3248699" y="0"/>
                </a:lnTo>
                <a:lnTo>
                  <a:pt x="3248699" y="2028143"/>
                </a:lnTo>
                <a:lnTo>
                  <a:pt x="0" y="20281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2711" y="914400"/>
            <a:ext cx="6697632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PROBLĒMA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463165"/>
            <a:ext cx="6967322" cy="196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Garlaicīgas animācijas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Garlaicīgs dizains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Tu apmeklē vietni uzdevumi.lv un tev zūd vēlme jebko darīt.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9469" y="1887280"/>
            <a:ext cx="9892434" cy="6512440"/>
            <a:chOff x="0" y="0"/>
            <a:chExt cx="1532597" cy="1008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32597" cy="1008947"/>
            </a:xfrm>
            <a:custGeom>
              <a:avLst/>
              <a:gdLst/>
              <a:ahLst/>
              <a:cxnLst/>
              <a:rect r="r" b="b" t="t" l="l"/>
              <a:pathLst>
                <a:path h="1008947" w="1532597">
                  <a:moveTo>
                    <a:pt x="23478" y="0"/>
                  </a:moveTo>
                  <a:lnTo>
                    <a:pt x="1509119" y="0"/>
                  </a:lnTo>
                  <a:cubicBezTo>
                    <a:pt x="1522085" y="0"/>
                    <a:pt x="1532597" y="10512"/>
                    <a:pt x="1532597" y="23478"/>
                  </a:cubicBezTo>
                  <a:lnTo>
                    <a:pt x="1532597" y="985469"/>
                  </a:lnTo>
                  <a:cubicBezTo>
                    <a:pt x="1532597" y="998436"/>
                    <a:pt x="1522085" y="1008947"/>
                    <a:pt x="1509119" y="1008947"/>
                  </a:cubicBezTo>
                  <a:lnTo>
                    <a:pt x="23478" y="1008947"/>
                  </a:lnTo>
                  <a:cubicBezTo>
                    <a:pt x="10512" y="1008947"/>
                    <a:pt x="0" y="998436"/>
                    <a:pt x="0" y="985469"/>
                  </a:cubicBezTo>
                  <a:lnTo>
                    <a:pt x="0" y="23478"/>
                  </a:lnTo>
                  <a:cubicBezTo>
                    <a:pt x="0" y="10512"/>
                    <a:pt x="10512" y="0"/>
                    <a:pt x="2347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165" r="0" b="-316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717131" y="1028700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77043" y="5993364"/>
            <a:ext cx="5103426" cy="3060388"/>
          </a:xfrm>
          <a:custGeom>
            <a:avLst/>
            <a:gdLst/>
            <a:ahLst/>
            <a:cxnLst/>
            <a:rect r="r" b="b" t="t" l="l"/>
            <a:pathLst>
              <a:path h="3060388" w="5103426">
                <a:moveTo>
                  <a:pt x="0" y="0"/>
                </a:moveTo>
                <a:lnTo>
                  <a:pt x="5103425" y="0"/>
                </a:lnTo>
                <a:lnTo>
                  <a:pt x="5103425" y="3060388"/>
                </a:lnTo>
                <a:lnTo>
                  <a:pt x="0" y="3060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98211" y="1568548"/>
            <a:ext cx="5582114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RISINĀJUMS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8211" y="3183689"/>
            <a:ext cx="558211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Ir risinājums! Mājaslapa "StudyHelper" palīdzēs jums atrisināt visas iepriekš minētās problēmas!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143500"/>
            <a:ext cx="7875358" cy="3072732"/>
            <a:chOff x="0" y="0"/>
            <a:chExt cx="1220099" cy="476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099" cy="476047"/>
            </a:xfrm>
            <a:custGeom>
              <a:avLst/>
              <a:gdLst/>
              <a:ahLst/>
              <a:cxnLst/>
              <a:rect r="r" b="b" t="t" l="l"/>
              <a:pathLst>
                <a:path h="476047" w="1220099">
                  <a:moveTo>
                    <a:pt x="29492" y="0"/>
                  </a:moveTo>
                  <a:lnTo>
                    <a:pt x="1190607" y="0"/>
                  </a:lnTo>
                  <a:cubicBezTo>
                    <a:pt x="1206895" y="0"/>
                    <a:pt x="1220099" y="13204"/>
                    <a:pt x="1220099" y="29492"/>
                  </a:cubicBezTo>
                  <a:lnTo>
                    <a:pt x="1220099" y="446555"/>
                  </a:lnTo>
                  <a:cubicBezTo>
                    <a:pt x="1220099" y="462843"/>
                    <a:pt x="1206895" y="476047"/>
                    <a:pt x="1190607" y="476047"/>
                  </a:cubicBezTo>
                  <a:lnTo>
                    <a:pt x="29492" y="476047"/>
                  </a:lnTo>
                  <a:cubicBezTo>
                    <a:pt x="13204" y="476047"/>
                    <a:pt x="0" y="462843"/>
                    <a:pt x="0" y="446555"/>
                  </a:cubicBezTo>
                  <a:lnTo>
                    <a:pt x="0" y="29492"/>
                  </a:lnTo>
                  <a:cubicBezTo>
                    <a:pt x="0" y="13204"/>
                    <a:pt x="13204" y="0"/>
                    <a:pt x="294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191" r="0" b="-11191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1277050" y="7725876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277050" y="5889308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277050" y="4052739"/>
            <a:ext cx="59822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580333" y="2520315"/>
            <a:ext cx="1228279" cy="1228279"/>
            <a:chOff x="0" y="0"/>
            <a:chExt cx="323497" cy="323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80333" y="4356884"/>
            <a:ext cx="1228279" cy="1228279"/>
            <a:chOff x="0" y="0"/>
            <a:chExt cx="323497" cy="323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0333" y="6193452"/>
            <a:ext cx="1228279" cy="1228279"/>
            <a:chOff x="0" y="0"/>
            <a:chExt cx="323497" cy="323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3497" cy="323497"/>
            </a:xfrm>
            <a:custGeom>
              <a:avLst/>
              <a:gdLst/>
              <a:ahLst/>
              <a:cxnLst/>
              <a:rect r="r" b="b" t="t" l="l"/>
              <a:pathLst>
                <a:path h="323497" w="323497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760343" y="227666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2406015"/>
            <a:ext cx="5582114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IZSTRĀDES PROCESS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7050" y="3127564"/>
            <a:ext cx="59822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Vispirms radās ideja, un tad sākās programmēšana.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7050" y="4964133"/>
            <a:ext cx="598225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Pēc tam ar drauga un Figmas palīdzību tika izveidots dizains.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77050" y="6800701"/>
            <a:ext cx="5982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Pēc visa šī tika veikti testi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8231" y="2889997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88231" y="4726565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88231" y="6563134"/>
            <a:ext cx="812484" cy="43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403855" y="607891"/>
            <a:ext cx="7160713" cy="3410795"/>
            <a:chOff x="0" y="0"/>
            <a:chExt cx="1383123" cy="658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3123" cy="658810"/>
            </a:xfrm>
            <a:custGeom>
              <a:avLst/>
              <a:gdLst/>
              <a:ahLst/>
              <a:cxnLst/>
              <a:rect r="r" b="b" t="t" l="l"/>
              <a:pathLst>
                <a:path h="658810" w="1383123">
                  <a:moveTo>
                    <a:pt x="32435" y="0"/>
                  </a:moveTo>
                  <a:lnTo>
                    <a:pt x="1350688" y="0"/>
                  </a:lnTo>
                  <a:cubicBezTo>
                    <a:pt x="1368602" y="0"/>
                    <a:pt x="1383123" y="14522"/>
                    <a:pt x="1383123" y="32435"/>
                  </a:cubicBezTo>
                  <a:lnTo>
                    <a:pt x="1383123" y="626375"/>
                  </a:lnTo>
                  <a:cubicBezTo>
                    <a:pt x="1383123" y="644288"/>
                    <a:pt x="1368602" y="658810"/>
                    <a:pt x="1350688" y="658810"/>
                  </a:cubicBezTo>
                  <a:lnTo>
                    <a:pt x="32435" y="658810"/>
                  </a:lnTo>
                  <a:cubicBezTo>
                    <a:pt x="14522" y="658810"/>
                    <a:pt x="0" y="644288"/>
                    <a:pt x="0" y="626375"/>
                  </a:cubicBezTo>
                  <a:lnTo>
                    <a:pt x="0" y="32435"/>
                  </a:lnTo>
                  <a:cubicBezTo>
                    <a:pt x="0" y="14522"/>
                    <a:pt x="14522" y="0"/>
                    <a:pt x="32435" y="0"/>
                  </a:cubicBezTo>
                  <a:close/>
                </a:path>
              </a:pathLst>
            </a:custGeom>
            <a:blipFill>
              <a:blip r:embed="rId4"/>
              <a:stretch>
                <a:fillRect l="-7" t="0" r="-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43199" y="6195157"/>
            <a:ext cx="7452975" cy="3435123"/>
            <a:chOff x="0" y="0"/>
            <a:chExt cx="1383123" cy="6374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3123" cy="637490"/>
            </a:xfrm>
            <a:custGeom>
              <a:avLst/>
              <a:gdLst/>
              <a:ahLst/>
              <a:cxnLst/>
              <a:rect r="r" b="b" t="t" l="l"/>
              <a:pathLst>
                <a:path h="637490" w="1383123">
                  <a:moveTo>
                    <a:pt x="31163" y="0"/>
                  </a:moveTo>
                  <a:lnTo>
                    <a:pt x="1351960" y="0"/>
                  </a:lnTo>
                  <a:cubicBezTo>
                    <a:pt x="1369171" y="0"/>
                    <a:pt x="1383123" y="13952"/>
                    <a:pt x="1383123" y="31163"/>
                  </a:cubicBezTo>
                  <a:lnTo>
                    <a:pt x="1383123" y="606327"/>
                  </a:lnTo>
                  <a:cubicBezTo>
                    <a:pt x="1383123" y="623538"/>
                    <a:pt x="1369171" y="637490"/>
                    <a:pt x="1351960" y="637490"/>
                  </a:cubicBezTo>
                  <a:lnTo>
                    <a:pt x="31163" y="637490"/>
                  </a:lnTo>
                  <a:cubicBezTo>
                    <a:pt x="22898" y="637490"/>
                    <a:pt x="14972" y="634207"/>
                    <a:pt x="9127" y="628363"/>
                  </a:cubicBezTo>
                  <a:cubicBezTo>
                    <a:pt x="3283" y="622519"/>
                    <a:pt x="0" y="614592"/>
                    <a:pt x="0" y="606327"/>
                  </a:cubicBezTo>
                  <a:lnTo>
                    <a:pt x="0" y="31163"/>
                  </a:lnTo>
                  <a:cubicBezTo>
                    <a:pt x="0" y="22898"/>
                    <a:pt x="3283" y="14972"/>
                    <a:pt x="9127" y="9127"/>
                  </a:cubicBezTo>
                  <a:cubicBezTo>
                    <a:pt x="14972" y="3283"/>
                    <a:pt x="22898" y="0"/>
                    <a:pt x="3116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00" r="0" b="-180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739119" y="7669066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25599" y="1825982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7935" y="2643212"/>
            <a:ext cx="7802621" cy="3614628"/>
          </a:xfrm>
          <a:custGeom>
            <a:avLst/>
            <a:gdLst/>
            <a:ahLst/>
            <a:cxnLst/>
            <a:rect r="r" b="b" t="t" l="l"/>
            <a:pathLst>
              <a:path h="3614628" w="7802621">
                <a:moveTo>
                  <a:pt x="0" y="0"/>
                </a:moveTo>
                <a:lnTo>
                  <a:pt x="7802621" y="0"/>
                </a:lnTo>
                <a:lnTo>
                  <a:pt x="7802621" y="3614628"/>
                </a:lnTo>
                <a:lnTo>
                  <a:pt x="0" y="3614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02" r="0" b="-140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56985" y="6591215"/>
            <a:ext cx="7212624" cy="3435012"/>
          </a:xfrm>
          <a:custGeom>
            <a:avLst/>
            <a:gdLst/>
            <a:ahLst/>
            <a:cxnLst/>
            <a:rect r="r" b="b" t="t" l="l"/>
            <a:pathLst>
              <a:path h="3435012" w="7212624">
                <a:moveTo>
                  <a:pt x="0" y="0"/>
                </a:moveTo>
                <a:lnTo>
                  <a:pt x="7212624" y="0"/>
                </a:lnTo>
                <a:lnTo>
                  <a:pt x="7212624" y="3435012"/>
                </a:lnTo>
                <a:lnTo>
                  <a:pt x="0" y="3435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4299245"/>
            <a:ext cx="1688510" cy="1688510"/>
          </a:xfrm>
          <a:custGeom>
            <a:avLst/>
            <a:gdLst/>
            <a:ahLst/>
            <a:cxnLst/>
            <a:rect r="r" b="b" t="t" l="l"/>
            <a:pathLst>
              <a:path h="1688510" w="1688510">
                <a:moveTo>
                  <a:pt x="0" y="0"/>
                </a:moveTo>
                <a:lnTo>
                  <a:pt x="1688510" y="0"/>
                </a:lnTo>
                <a:lnTo>
                  <a:pt x="1688510" y="1688510"/>
                </a:lnTo>
                <a:lnTo>
                  <a:pt x="0" y="1688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66040"/>
            <a:ext cx="59269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DIZAINS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252192"/>
            <a:ext cx="5926966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Violetas un baltas krāsas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Vienkāršs dizains</a:t>
            </a:r>
          </a:p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Saprotama struktūra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736022" y="85952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8255" y="533593"/>
            <a:ext cx="4701063" cy="4701063"/>
          </a:xfrm>
          <a:custGeom>
            <a:avLst/>
            <a:gdLst/>
            <a:ahLst/>
            <a:cxnLst/>
            <a:rect r="r" b="b" t="t" l="l"/>
            <a:pathLst>
              <a:path h="4701063" w="4701063">
                <a:moveTo>
                  <a:pt x="0" y="0"/>
                </a:moveTo>
                <a:lnTo>
                  <a:pt x="4701063" y="0"/>
                </a:lnTo>
                <a:lnTo>
                  <a:pt x="4701063" y="4701063"/>
                </a:lnTo>
                <a:lnTo>
                  <a:pt x="0" y="4701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49368" y="442437"/>
            <a:ext cx="5871691" cy="3266128"/>
          </a:xfrm>
          <a:custGeom>
            <a:avLst/>
            <a:gdLst/>
            <a:ahLst/>
            <a:cxnLst/>
            <a:rect r="r" b="b" t="t" l="l"/>
            <a:pathLst>
              <a:path h="3266128" w="5871691">
                <a:moveTo>
                  <a:pt x="0" y="0"/>
                </a:moveTo>
                <a:lnTo>
                  <a:pt x="5871692" y="0"/>
                </a:lnTo>
                <a:lnTo>
                  <a:pt x="5871692" y="3266128"/>
                </a:lnTo>
                <a:lnTo>
                  <a:pt x="0" y="32661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29015" y="533593"/>
            <a:ext cx="6054261" cy="3174972"/>
          </a:xfrm>
          <a:custGeom>
            <a:avLst/>
            <a:gdLst/>
            <a:ahLst/>
            <a:cxnLst/>
            <a:rect r="r" b="b" t="t" l="l"/>
            <a:pathLst>
              <a:path h="3174972" w="6054261">
                <a:moveTo>
                  <a:pt x="0" y="0"/>
                </a:moveTo>
                <a:lnTo>
                  <a:pt x="6054261" y="0"/>
                </a:lnTo>
                <a:lnTo>
                  <a:pt x="6054261" y="3174972"/>
                </a:lnTo>
                <a:lnTo>
                  <a:pt x="0" y="31749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630" r="0" b="-363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80850" y="3988252"/>
            <a:ext cx="5807485" cy="3535306"/>
          </a:xfrm>
          <a:custGeom>
            <a:avLst/>
            <a:gdLst/>
            <a:ahLst/>
            <a:cxnLst/>
            <a:rect r="r" b="b" t="t" l="l"/>
            <a:pathLst>
              <a:path h="3535306" w="5807485">
                <a:moveTo>
                  <a:pt x="0" y="0"/>
                </a:moveTo>
                <a:lnTo>
                  <a:pt x="5807485" y="0"/>
                </a:lnTo>
                <a:lnTo>
                  <a:pt x="5807485" y="3535306"/>
                </a:lnTo>
                <a:lnTo>
                  <a:pt x="0" y="35353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74174" y="4122983"/>
            <a:ext cx="5276254" cy="2954702"/>
          </a:xfrm>
          <a:custGeom>
            <a:avLst/>
            <a:gdLst/>
            <a:ahLst/>
            <a:cxnLst/>
            <a:rect r="r" b="b" t="t" l="l"/>
            <a:pathLst>
              <a:path h="2954702" w="5276254">
                <a:moveTo>
                  <a:pt x="0" y="0"/>
                </a:moveTo>
                <a:lnTo>
                  <a:pt x="5276253" y="0"/>
                </a:lnTo>
                <a:lnTo>
                  <a:pt x="5276253" y="2954703"/>
                </a:lnTo>
                <a:lnTo>
                  <a:pt x="0" y="2954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48255" y="6246072"/>
            <a:ext cx="639549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TEHNOLOĢIJAS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8255" y="7589732"/>
            <a:ext cx="8410585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HTML – struktūra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CSS – dizains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JavaScript – funkcijas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GitHub – publicēšana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CHATGPT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DRAUGS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736022" y="859529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41238" y="3418423"/>
            <a:ext cx="5688404" cy="2666440"/>
          </a:xfrm>
          <a:custGeom>
            <a:avLst/>
            <a:gdLst/>
            <a:ahLst/>
            <a:cxnLst/>
            <a:rect r="r" b="b" t="t" l="l"/>
            <a:pathLst>
              <a:path h="2666440" w="5688404">
                <a:moveTo>
                  <a:pt x="0" y="0"/>
                </a:moveTo>
                <a:lnTo>
                  <a:pt x="5688404" y="0"/>
                </a:lnTo>
                <a:lnTo>
                  <a:pt x="5688404" y="2666440"/>
                </a:lnTo>
                <a:lnTo>
                  <a:pt x="0" y="26664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7475" y="3418423"/>
            <a:ext cx="5630446" cy="2667424"/>
          </a:xfrm>
          <a:custGeom>
            <a:avLst/>
            <a:gdLst/>
            <a:ahLst/>
            <a:cxnLst/>
            <a:rect r="r" b="b" t="t" l="l"/>
            <a:pathLst>
              <a:path h="2667424" w="5630446">
                <a:moveTo>
                  <a:pt x="0" y="0"/>
                </a:moveTo>
                <a:lnTo>
                  <a:pt x="5630446" y="0"/>
                </a:lnTo>
                <a:lnTo>
                  <a:pt x="5630446" y="2667424"/>
                </a:lnTo>
                <a:lnTo>
                  <a:pt x="0" y="2667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22747" y="3418423"/>
            <a:ext cx="5660316" cy="2667424"/>
          </a:xfrm>
          <a:custGeom>
            <a:avLst/>
            <a:gdLst/>
            <a:ahLst/>
            <a:cxnLst/>
            <a:rect r="r" b="b" t="t" l="l"/>
            <a:pathLst>
              <a:path h="2667424" w="5660316">
                <a:moveTo>
                  <a:pt x="0" y="0"/>
                </a:moveTo>
                <a:lnTo>
                  <a:pt x="5660316" y="0"/>
                </a:lnTo>
                <a:lnTo>
                  <a:pt x="5660316" y="2667424"/>
                </a:lnTo>
                <a:lnTo>
                  <a:pt x="0" y="26674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745229"/>
            <a:ext cx="7621663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PRODUKTA DEMONSTRĀCIJA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145" y="6596961"/>
            <a:ext cx="4818204" cy="112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2008" indent="-351004" lvl="1">
              <a:lnSpc>
                <a:spcPts val="4552"/>
              </a:lnSpc>
              <a:buFont typeface="Arial"/>
              <a:buChar char="•"/>
            </a:pPr>
            <a:r>
              <a:rPr lang="en-US" b="true" sz="3251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VISPIRMS REĢISTRĒJIETIES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36022" y="6377601"/>
            <a:ext cx="4293495" cy="109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3" indent="-345447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IEGŪT REZULTĀTU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1238" y="6336960"/>
            <a:ext cx="5688404" cy="222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3" indent="-345447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ATVERIET GALVENO LAPU UN IZVĒLIETIES TO, KAS JUMS NEPIECIEŠAMS.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042243" y="2406015"/>
            <a:ext cx="1220351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SECINĀJUMI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85946" y="6743009"/>
            <a:ext cx="491610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lietotājs viegli saprot, kā izmantot vietni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85946" y="4051356"/>
            <a:ext cx="4916108" cy="2507584"/>
            <a:chOff x="0" y="0"/>
            <a:chExt cx="6554811" cy="334344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554811" cy="3343446"/>
              <a:chOff x="0" y="0"/>
              <a:chExt cx="646995" cy="33001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46995" cy="330016"/>
              </a:xfrm>
              <a:custGeom>
                <a:avLst/>
                <a:gdLst/>
                <a:ahLst/>
                <a:cxnLst/>
                <a:rect r="r" b="b" t="t" l="l"/>
                <a:pathLst>
                  <a:path h="330016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282772"/>
                    </a:lnTo>
                    <a:cubicBezTo>
                      <a:pt x="646995" y="308864"/>
                      <a:pt x="625843" y="330016"/>
                      <a:pt x="599750" y="330016"/>
                    </a:cubicBezTo>
                    <a:lnTo>
                      <a:pt x="47244" y="330016"/>
                    </a:lnTo>
                    <a:cubicBezTo>
                      <a:pt x="34714" y="330016"/>
                      <a:pt x="22698" y="325038"/>
                      <a:pt x="13838" y="316178"/>
                    </a:cubicBezTo>
                    <a:cubicBezTo>
                      <a:pt x="4977" y="307318"/>
                      <a:pt x="0" y="295302"/>
                      <a:pt x="0" y="282772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646995" cy="387166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92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331809"/>
              <a:ext cx="6554811" cy="622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1"/>
                </a:lnSpc>
                <a:spcBef>
                  <a:spcPct val="0"/>
                </a:spcBef>
              </a:pPr>
              <a:r>
                <a:rPr lang="en-US" b="true" sz="2801">
                  <a:solidFill>
                    <a:srgbClr val="FFFFFF"/>
                  </a:solidFill>
                  <a:latin typeface="Pattanakarn Medium"/>
                  <a:ea typeface="Pattanakarn Medium"/>
                  <a:cs typeface="Pattanakarn Medium"/>
                  <a:sym typeface="Pattanakarn Medium"/>
                </a:rPr>
                <a:t>Funkcijas ir saprotamas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45004" y="6743009"/>
            <a:ext cx="491610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plānots pievienot vairāk funkciju un uzdevumu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343192" y="4051356"/>
            <a:ext cx="4916108" cy="2507584"/>
            <a:chOff x="0" y="0"/>
            <a:chExt cx="6554811" cy="334344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554811" cy="3343446"/>
              <a:chOff x="0" y="0"/>
              <a:chExt cx="646995" cy="33001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6995" cy="330016"/>
              </a:xfrm>
              <a:custGeom>
                <a:avLst/>
                <a:gdLst/>
                <a:ahLst/>
                <a:cxnLst/>
                <a:rect r="r" b="b" t="t" l="l"/>
                <a:pathLst>
                  <a:path h="330016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282772"/>
                    </a:lnTo>
                    <a:cubicBezTo>
                      <a:pt x="646995" y="308864"/>
                      <a:pt x="625843" y="330016"/>
                      <a:pt x="599750" y="330016"/>
                    </a:cubicBezTo>
                    <a:lnTo>
                      <a:pt x="47244" y="330016"/>
                    </a:lnTo>
                    <a:cubicBezTo>
                      <a:pt x="34714" y="330016"/>
                      <a:pt x="22698" y="325038"/>
                      <a:pt x="13838" y="316178"/>
                    </a:cubicBezTo>
                    <a:cubicBezTo>
                      <a:pt x="4977" y="307318"/>
                      <a:pt x="0" y="295302"/>
                      <a:pt x="0" y="282772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646995" cy="387166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921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1331809"/>
              <a:ext cx="6554811" cy="622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1"/>
                </a:lnSpc>
                <a:spcBef>
                  <a:spcPct val="0"/>
                </a:spcBef>
              </a:pPr>
              <a:r>
                <a:rPr lang="en-US" b="true" sz="2801">
                  <a:solidFill>
                    <a:srgbClr val="FFFFFF"/>
                  </a:solidFill>
                  <a:latin typeface="Pattanakarn Medium"/>
                  <a:ea typeface="Pattanakarn Medium"/>
                  <a:cs typeface="Pattanakarn Medium"/>
                  <a:sym typeface="Pattanakarn Medium"/>
                </a:rPr>
                <a:t>Var uzlabot nākotnē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6888" y="6743009"/>
            <a:ext cx="491610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vienkāršs izkārtojums palīdz ātri atrast informāciju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4051356"/>
            <a:ext cx="4916108" cy="2507584"/>
            <a:chOff x="0" y="0"/>
            <a:chExt cx="6554811" cy="334344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554811" cy="3343446"/>
              <a:chOff x="0" y="0"/>
              <a:chExt cx="646995" cy="33001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46995" cy="330016"/>
              </a:xfrm>
              <a:custGeom>
                <a:avLst/>
                <a:gdLst/>
                <a:ahLst/>
                <a:cxnLst/>
                <a:rect r="r" b="b" t="t" l="l"/>
                <a:pathLst>
                  <a:path h="330016" w="646995">
                    <a:moveTo>
                      <a:pt x="47244" y="0"/>
                    </a:moveTo>
                    <a:lnTo>
                      <a:pt x="599750" y="0"/>
                    </a:lnTo>
                    <a:cubicBezTo>
                      <a:pt x="625843" y="0"/>
                      <a:pt x="646995" y="21152"/>
                      <a:pt x="646995" y="47244"/>
                    </a:cubicBezTo>
                    <a:lnTo>
                      <a:pt x="646995" y="282772"/>
                    </a:lnTo>
                    <a:cubicBezTo>
                      <a:pt x="646995" y="308864"/>
                      <a:pt x="625843" y="330016"/>
                      <a:pt x="599750" y="330016"/>
                    </a:cubicBezTo>
                    <a:lnTo>
                      <a:pt x="47244" y="330016"/>
                    </a:lnTo>
                    <a:cubicBezTo>
                      <a:pt x="34714" y="330016"/>
                      <a:pt x="22698" y="325038"/>
                      <a:pt x="13838" y="316178"/>
                    </a:cubicBezTo>
                    <a:cubicBezTo>
                      <a:pt x="4977" y="307318"/>
                      <a:pt x="0" y="295302"/>
                      <a:pt x="0" y="282772"/>
                    </a:cubicBezTo>
                    <a:lnTo>
                      <a:pt x="0" y="47244"/>
                    </a:lnTo>
                    <a:cubicBezTo>
                      <a:pt x="0" y="21152"/>
                      <a:pt x="21152" y="0"/>
                      <a:pt x="47244" y="0"/>
                    </a:cubicBezTo>
                    <a:close/>
                  </a:path>
                </a:pathLst>
              </a:custGeom>
              <a:solidFill>
                <a:srgbClr val="FF276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646995" cy="387166"/>
              </a:xfrm>
              <a:prstGeom prst="rect">
                <a:avLst/>
              </a:prstGeom>
            </p:spPr>
            <p:txBody>
              <a:bodyPr anchor="ctr" rtlCol="false" tIns="101662" lIns="101662" bIns="101662" rIns="101662"/>
              <a:lstStyle/>
              <a:p>
                <a:pPr algn="ctr">
                  <a:lnSpc>
                    <a:spcPts val="3921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331809"/>
              <a:ext cx="6554811" cy="622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1"/>
                </a:lnSpc>
                <a:spcBef>
                  <a:spcPct val="0"/>
                </a:spcBef>
              </a:pPr>
              <a:r>
                <a:rPr lang="en-US" b="true" sz="2801">
                  <a:solidFill>
                    <a:srgbClr val="FFFFFF"/>
                  </a:solidFill>
                  <a:latin typeface="Pattanakarn Medium"/>
                  <a:ea typeface="Pattanakarn Medium"/>
                  <a:cs typeface="Pattanakarn Medium"/>
                  <a:sym typeface="Pattanakarn Medium"/>
                </a:rPr>
                <a:t>Dizains ir ērts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28700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787942" y="8770994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561086" y="-4036332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0800000">
            <a:off x="-4156279" y="7523558"/>
            <a:ext cx="7394274" cy="7394274"/>
          </a:xfrm>
          <a:custGeom>
            <a:avLst/>
            <a:gdLst/>
            <a:ahLst/>
            <a:cxnLst/>
            <a:rect r="r" b="b" t="t" l="l"/>
            <a:pathLst>
              <a:path h="7394274" w="7394274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01637" y="1028700"/>
            <a:ext cx="357663" cy="271117"/>
            <a:chOff x="0" y="0"/>
            <a:chExt cx="476884" cy="361489"/>
          </a:xfrm>
        </p:grpSpPr>
        <p:sp>
          <p:nvSpPr>
            <p:cNvPr name="AutoShape 5" id="5"/>
            <p:cNvSpPr/>
            <p:nvPr/>
          </p:nvSpPr>
          <p:spPr>
            <a:xfrm>
              <a:off x="0" y="19050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180744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342439"/>
              <a:ext cx="476884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753182" y="3233162"/>
            <a:ext cx="8781636" cy="245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1"/>
              </a:lnSpc>
              <a:spcBef>
                <a:spcPct val="0"/>
              </a:spcBef>
            </a:pPr>
            <a:r>
              <a:rPr lang="en-US" b="true" sz="7058">
                <a:solidFill>
                  <a:srgbClr val="FFFFFF"/>
                </a:solidFill>
                <a:latin typeface="Pattanakarn Bold"/>
                <a:ea typeface="Pattanakarn Bold"/>
                <a:cs typeface="Pattanakarn Bold"/>
                <a:sym typeface="Pattanakarn Bold"/>
              </a:rPr>
              <a:t>PALDIES PAR UZMANIBU!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02316" y="4899847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65493" y="5387153"/>
            <a:ext cx="471358" cy="487306"/>
          </a:xfrm>
          <a:custGeom>
            <a:avLst/>
            <a:gdLst/>
            <a:ahLst/>
            <a:cxnLst/>
            <a:rect r="r" b="b" t="t" l="l"/>
            <a:pathLst>
              <a:path h="487306" w="471358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DAHH-aLFFZs</dc:identifier>
  <dcterms:modified xsi:type="dcterms:W3CDTF">2011-08-01T06:04:30Z</dcterms:modified>
  <cp:revision>1</cp:revision>
  <dc:title>StudyHelper</dc:title>
</cp:coreProperties>
</file>